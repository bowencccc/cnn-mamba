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Frame-aware CNN–Mamba for gene-signal prediction</dc:title>
  <dc:subject>Drosophila chrX evaluation, UniAnn integration, and human transfer</dc:subject>
  <dc:creator>CNN–Mamba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