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CNN–Mamba-k7: from baseline to frame-aware auxiliary learning</dc:title>
  <dc:subject>Drosophila gene-signal model architecture</dc:subject>
  <dc:creator>CNN–Mamba project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